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4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8728" autoAdjust="0"/>
  </p:normalViewPr>
  <p:slideViewPr>
    <p:cSldViewPr snapToGrid="0" snapToObjects="1">
      <p:cViewPr varScale="1">
        <p:scale>
          <a:sx n="90" d="100"/>
          <a:sy n="90" d="100"/>
        </p:scale>
        <p:origin x="135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2068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de ce support : cadrer la réalisation d’un portfolio répondant au recrutement Aéroworld.
Je présente : le contexte, les objectifs, le périmètre, les exigences (ergonomie/fonctionnel/technique), les contraintes, la qualité et le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déroule le cahier des charges en 10 parties : ce qu’on construit, pourquoi, pour qui, comment, avec quelles contraintes, quelle qualité attendue et quel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pose le périmètre : un portfolio de candidature construit comme une vitrine de livrables “vérifiables”.
L’enjeu est de montrer, preuves à l’appui, ma capacité à cadrer, analyser, visualiser et piloter.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traduis votre besoin en objectifs mesurables : livrables concrets, qualité et planning.
Le critère clé : rendre tout vérifiable rapidement (dashboards, benchmarks, documentation).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pilote le projet de bout en bout. Je sollicite une relecture UX/UI pour la lisibilité et l’expérience recruteur.
Un mentor peut servir de contrôle qualité final si nécessaire.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Ici je garantis l’expérience recruteur : accès rapide, lisible sur mobile, structure évidente.
Je limite la charge cognitive : sections courtes et hiérarchisées.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Fonctionnellement : une structure de site et des livrables accessibles.
Je privilégie les formats simples pour l’évaluateur : PDF, images, liens repo et, si possible, rapports Power BI consultables.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formalise les contraintes : accessibilité, confidentialité, outils.
Techniquement, je choisis GitHub Pages pour un lien unique, versionné, facile à auditer. Pas de collecte de données, uniquement des livrables consultables.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Qualité = livrable utilisable sans contexte : lisible, stable, conforme aux bonnes pratiques web.
Je m’appuie sur Opquast et la validation W3C pour sécuriser la qualité du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pilote avec des KPI simples : délai, qualité, complétude, coût.
L’objectif est de sécuriser la livraison avant la soutenance du 21/01/2026.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sécurise une livraison la veille de la soutenance : le 20/01 je fige la version finale, et le 21/01 je présente.
La QA (liens, exports, cohérence) est une étape dédiée.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projet est réalisé sur temps personnel, avec des outils gratuits et un hébergement GitHub Pages.
Le coût financier est nul : l’investissement principal est le temps et la qualité de livraison.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8813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29827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635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96705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50516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6442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90001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0187966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958614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89581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66242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38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742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Élaboration d'un Portfolio — Recrutement Aéroworld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Olivia BERNARD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réalisé en janvier 2026 — Soutenance : 21/01/2026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698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Présentation du projet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Enjeux et objectifs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Équipe projet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Spécifications ergonomiques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Spécifications fonctionnelles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Spécifications techniques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Contraintes techniques et réglementaires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Qualité et performance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Rétroplanning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Devis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Présentation du projet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Courte présentation du projet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projet vise à réaliser un portfolio interactif, réflexif et visuel permettant de présenter les compétences attendues d'un Data Analyst Chef de Projet pour le recrutement au sein d'Aéroworld.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travers des livrables réels (dashboards Power BI, benchmarks, modèles méthodologiques, etc.), le portfolio illustrera la capacité à répondre aux besoins métiers de l'entreprise en matière de data management, de visualisation et de pilotage de projets analytiques.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Enjeux et objectifs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de l’entreprise / du client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6984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Tirer parti des données massives issues de sources diverses</a:t>
            </a:r>
            <a:endParaRPr lang="en-US" sz="1600" dirty="0"/>
          </a:p>
          <a:p>
            <a:pPr marL="182880" indent="-18288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Améliorer la conception, la maintenance et la performance des appareils</a:t>
            </a:r>
            <a:endParaRPr lang="en-US" sz="1600" dirty="0"/>
          </a:p>
          <a:p>
            <a:pPr marL="182880" indent="-18288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la sécurité des données sensibles</a:t>
            </a:r>
            <a:endParaRPr lang="en-US" sz="1600" dirty="0"/>
          </a:p>
          <a:p>
            <a:pPr marL="182880" indent="-18288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Démontrer la capacité du candidat à occuper un rôle de chef de projet data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Raisons du besoin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Aéroworld recherche un profil capable de combiner expertise technique et pilotage projet.</a:t>
            </a:r>
            <a:endParaRPr lang="en-US" sz="1600" dirty="0"/>
          </a:p>
          <a:p>
            <a:pPr marL="182880" indent="-18288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portfolio permet de juger sur pièces la compétence réelle et la posture du candidat.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SMART d'élaboration d'un portfolio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Spécifique : Démontrer 7 compétences-clés demandées via 5 types de livrables</a:t>
            </a:r>
            <a:endParaRPr lang="en-US" sz="1500" dirty="0"/>
          </a:p>
          <a:p>
            <a:pPr marL="171450" indent="-17145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Mesurable : Créer au moins 3 dashboards, 2 benchmarks, 1 plan projet structurant</a:t>
            </a:r>
            <a:endParaRPr lang="en-US" sz="1500" dirty="0"/>
          </a:p>
          <a:p>
            <a:pPr marL="171450" indent="-17145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Ambitieux : Intégrer des méthodes avancées (ex : CRISP-DM, XAI, dbt)</a:t>
            </a:r>
            <a:endParaRPr lang="en-US" sz="1500" dirty="0"/>
          </a:p>
          <a:p>
            <a:pPr marL="171450" indent="-17145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Réaliste : Projet réalisable seul sur le mois de janvier 2026</a:t>
            </a:r>
            <a:endParaRPr lang="en-US" sz="1500" dirty="0"/>
          </a:p>
          <a:p>
            <a:pPr marL="171450" indent="-17145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Temporel : Livraison complète avant la soutenance du 21/01/2026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Équipe projet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de l'équipe projet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de projet / Data Analyst : Olivia BERNARD</a:t>
            </a:r>
            <a:endParaRPr lang="en-US" sz="1800" dirty="0"/>
          </a:p>
          <a:p>
            <a:pPr marL="205740" indent="-20574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ou tuteur externe : facultatif (validation ponctuelle)</a:t>
            </a:r>
            <a:endParaRPr lang="en-US" sz="1800" dirty="0"/>
          </a:p>
          <a:p>
            <a:pPr marL="205740" indent="-20574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Relecteur UX/UI : 1 contact externe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Spécifications ergonomiques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Principes ergonomiques du portfolio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(adaptation tablette/smartphone)</a:t>
            </a:r>
            <a:endParaRPr lang="en-US" sz="1600" dirty="0"/>
          </a:p>
          <a:p>
            <a:pPr marL="182880" indent="-18288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d'une police professionnelle (type sans-serif)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Principes de navigation et UX design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intuitive avec menu latéral ou sticky top</a:t>
            </a:r>
            <a:endParaRPr lang="en-US" sz="1600" dirty="0"/>
          </a:p>
          <a:p>
            <a:pPr marL="182880" indent="-18288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Hiérarchisation visuelle claire des sections par type de livrable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Spécifications fonctionnelles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fonctionnalités mises en place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prévues : Accueil, Compétences, Dashboards, Benchmarks, Documentation méthodologique, Contact</a:t>
            </a:r>
            <a:endParaRPr lang="en-US" sz="1600" dirty="0"/>
          </a:p>
          <a:p>
            <a:pPr marL="182880" indent="-18288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de rapports Power BI embarqués (ou exports PDF)</a:t>
            </a:r>
            <a:endParaRPr lang="en-US" sz="1600" dirty="0"/>
          </a:p>
          <a:p>
            <a:pPr marL="182880" indent="-18288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téléchargeables vers cahiers des charges, modèles projet, documentations</a:t>
            </a:r>
            <a:endParaRPr lang="en-US" sz="1600" dirty="0"/>
          </a:p>
          <a:p>
            <a:pPr marL="182880" indent="-18288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en compte du RGPD : données anonymes, pas de données personnelles réelles, mentions légales prévues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6–7. Spécifications techniques &amp; contraintes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Accessibilité : respecter les bonnes pratiques WCAG</a:t>
            </a:r>
            <a:endParaRPr lang="en-US" sz="1600" dirty="0"/>
          </a:p>
          <a:p>
            <a:pPr marL="182880" indent="-18288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Confidentialité : données fictives ou anonymisées</a:t>
            </a:r>
            <a:endParaRPr lang="en-US" sz="1600" dirty="0"/>
          </a:p>
          <a:p>
            <a:pPr marL="182880" indent="-18288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aux outils Microsoft (Power BI)</a:t>
            </a:r>
            <a:endParaRPr lang="en-US" sz="1600" dirty="0"/>
          </a:p>
          <a:p>
            <a:pPr marL="182880" indent="-18288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prioritaire d'outils gratuits / personnels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Spécificités techniques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10698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: GitHub Pages (Zeitouna34.github.io)</a:t>
            </a:r>
            <a:endParaRPr lang="en-US" sz="1500" dirty="0"/>
          </a:p>
          <a:p>
            <a:pPr marL="171450" indent="-17145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Compatibilité : Chrome, Edge, Firefox, mobile Android/iOS</a:t>
            </a:r>
            <a:endParaRPr lang="en-US" sz="1500" dirty="0"/>
          </a:p>
          <a:p>
            <a:pPr marL="171450" indent="-17145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: aucun (HTML/CSS + JS + liens/embeds)</a:t>
            </a:r>
            <a:endParaRPr lang="en-US" sz="1500" dirty="0"/>
          </a:p>
          <a:p>
            <a:pPr marL="171450" indent="-17145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: HTTPS, pas de collecte de données utilisateurs</a:t>
            </a:r>
            <a:endParaRPr lang="en-US" sz="1500" dirty="0"/>
          </a:p>
          <a:p>
            <a:pPr marL="171450" indent="-17145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: Git + Cloud (Drive / GitHub)</a:t>
            </a:r>
            <a:endParaRPr lang="en-US" sz="1500" dirty="0"/>
          </a:p>
          <a:p>
            <a:pPr marL="171450" indent="-17145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: aucune donnée personnelle réelle exploitée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Qualité et performance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à prendre en compte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limité : janvier 2026</a:t>
            </a:r>
            <a:endParaRPr lang="en-US" sz="1600" dirty="0"/>
          </a:p>
          <a:p>
            <a:pPr marL="182880" indent="-18288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: 0 € (outils gratuits ou personnels)</a:t>
            </a:r>
            <a:endParaRPr lang="en-US" sz="1600" dirty="0"/>
          </a:p>
          <a:p>
            <a:pPr marL="182880" indent="-18288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 : respect des codes visuels aéronautiques (bleu, blanc, gris, typo tech)</a:t>
            </a:r>
            <a:endParaRPr lang="en-US" sz="1600" dirty="0"/>
          </a:p>
          <a:p>
            <a:pPr marL="182880" indent="-18288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: rendre un livrable professionnel et autonome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Référentiels qualité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Opquast : bonnes pratiques web</a:t>
            </a:r>
            <a:endParaRPr lang="en-US" sz="1600" dirty="0"/>
          </a:p>
          <a:p>
            <a:pPr marL="182880" indent="-18288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: validation HTML/CSS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Qualité et performance — KPI de suivi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à suivre pour vérifier le bon déroulé du projet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Coûts : coût total du projet ≤ 0 € (aucune dépense hors temps personnel)</a:t>
            </a:r>
            <a:endParaRPr lang="en-US" sz="1600" dirty="0"/>
          </a:p>
          <a:p>
            <a:pPr marL="182880" indent="-18288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Délais : respect du rétroplanning à ±2 jours pour chaque jalon clé</a:t>
            </a:r>
            <a:endParaRPr lang="en-US" sz="1600" dirty="0"/>
          </a:p>
          <a:p>
            <a:pPr marL="182880" indent="-18288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Qualité : validation de 90% des critères Opquast</a:t>
            </a:r>
            <a:endParaRPr lang="en-US" sz="1600" dirty="0"/>
          </a:p>
          <a:p>
            <a:pPr marL="182880" indent="-18288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Efficacité / avancement : 100% des livrables prévus réalisés à temps (dashboards, benchmarks, etc.)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Rétroplanning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synthétique des dates clés du projet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08760"/>
          <a:ext cx="10698480" cy="3291840"/>
        </p:xfrm>
        <a:graphic>
          <a:graphicData uri="http://schemas.openxmlformats.org/drawingml/2006/table">
            <a:tbl>
              <a:tblPr/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Étapes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Dates (janvier 2026)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Rédaction cahier des charges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02/01 – 04/01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Création des maquettes / wireframes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05/01 – 06/01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Réalisation dashboards &amp; méthodes (CV + veille + Gantt)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07/01 – 14/01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Mise en forme du portfolio (site + dépôts + liens)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15/01 – 17/01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Relecture / améliorations / QA (liens, exports, cohérence)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18/01 – 19/01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Livraison finale (version gelée)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20/01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Soutenance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21/01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Devis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08760"/>
          <a:ext cx="10698480" cy="2468880"/>
        </p:xfrm>
        <a:graphic>
          <a:graphicData uri="http://schemas.openxmlformats.org/drawingml/2006/table">
            <a:tbl>
              <a:tblPr/>
              <a:tblGrid>
                <a:gridCol w="6583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Catégorie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 estimé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Ressources humaines (temps personnel)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0 €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Logiciels et outils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0 € (versions gratuites)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Hébergement / domaine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0 € (GitHub Pages)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Matériel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0 € (matériel personnel)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0 €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5</TotalTime>
  <Words>1252</Words>
  <Application>Microsoft Office PowerPoint</Application>
  <PresentationFormat>Grand écran</PresentationFormat>
  <Paragraphs>136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Calibri</vt:lpstr>
      <vt:lpstr>Century Gothic</vt:lpstr>
      <vt:lpstr>Garamond</vt:lpstr>
      <vt:lpstr>Savon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Olivia BERNARD</dc:creator>
  <cp:lastModifiedBy>Olivia TAURAND</cp:lastModifiedBy>
  <cp:revision>2</cp:revision>
  <dcterms:created xsi:type="dcterms:W3CDTF">2026-01-20T10:38:33Z</dcterms:created>
  <dcterms:modified xsi:type="dcterms:W3CDTF">2026-01-20T10:48:22Z</dcterms:modified>
</cp:coreProperties>
</file>